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Football Bowl Predictor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bowl winners with a confidence, from regular-season data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ML Mini-Project · Problem 88 · Team G-29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Likith Kumar K M · Uthkarsha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winner of every bowl game, plus how confident we are (CS229 2015, project 101)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 pick'em: rank your picks by confidence; a correct pick earns its rank as points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two things: accurate winners and trustworthy confidence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only ~35 bowl games a year, and the original data is no longer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rebuilt from play-by-play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sportsdataverse/cfbfastR-data (public GitHub), seasons 2005-2020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~12.6k games, ~25k team-games, aggregated from ~2M plays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 bowl/postseason games (552 usable) are our samples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features per team from the regular season only, so no leakage: scoring, yards/carry and /attempt, sack and INT rates, EPA, success and havoc rate, turnovers, penalties, punting, FG%, Elo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2926080"/>
          </a:xfrm>
          <a:prstGeom prst="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1887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 games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team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= features(team 1) − features(team 2); target = score margin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have no intercept, so swapping teams exactly flips the prediction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models: OLS, Ridge, Lasso, logistic, random forest, gradient boosting, ensemble, and baselines (win %, Elo)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Leave-one-season-out CV over 16 seasons; regularisation tuned inside each training fold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|predicted margin|, calibrated to a win probability on out-of-fold predictions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Ridge beats the baselines</a:t>
            </a:r>
            <a:endParaRPr lang="en-US" sz="2800" dirty="0"/>
          </a:p>
        </p:txBody>
      </p:sp>
      <p:pic>
        <p:nvPicPr>
          <p:cNvPr id="3" name="Image 0" descr="outputs/figure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852160" cy="23408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0972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Ridge: 62.9% (SE 2.1)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baseline: 58.2%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baseline: 53.2%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vs Elo: sign test p = 0.029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 (RF 61.1%, boosting 58.7%) did not beat regularised linear ones with ~550 games.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the signal, and the confidence</a:t>
            </a:r>
            <a:endParaRPr lang="en-US" sz="2800" dirty="0"/>
          </a:p>
        </p:txBody>
      </p:sp>
      <p:pic>
        <p:nvPicPr>
          <p:cNvPr id="3" name="Image 0" descr="outputs/figures/ridge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06240" cy="2944368"/>
          </a:xfrm>
          <a:prstGeom prst="rect">
            <a:avLst/>
          </a:prstGeom>
        </p:spPr>
      </p:pic>
      <p:pic>
        <p:nvPicPr>
          <p:cNvPr id="4" name="Image 1" descr="outputs/figures/confidence_calib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114800" cy="30083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Elo features alone: 63.1%. Efficiency stats alone: 57.8%. Top-confidence quartile: 73%, but quartiles are not monotone (64/59/56/73), so probabilities are rough.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src/app.py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 tab: any two teams from a season, with predicted winner, margin, probability and the features driving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Pick'em tab: out-of-fold picks for a season with confidence ranks and score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src/predict.py slate 2019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limits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 winner accuracy vs 58% Elo and 53% win %: a real but modest gain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regularised models win on small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helps at the top end only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opt-outs, transfers and motivation are invisible to season stats; Ridge-vs-Elo p-value is one of five tests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betting lines, roster availability, upset detection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2026-10-02T03:34:32Z</dcterms:created>
  <dcterms:modified xsi:type="dcterms:W3CDTF">2026-10-02T03:34:32Z</dcterms:modified>
</cp:coreProperties>
</file>